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IN">
    <p:bg>
      <p:bgPr>
        <a:solidFill>
          <a:srgbClr val="F0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30352"/>
            <a:ext cx="592531" cy="5925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47548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94944" y="1490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70" kern="0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SOLANA AGENTIC COMMERCE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856232"/>
            <a:ext cx="6858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Autonomy,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held to proof.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94944" y="3822192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목표와 예산만 정하면, REIN 전용 지갑이 데이터 구매까지 끝냅니다.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909560" y="1344168"/>
            <a:ext cx="3429000" cy="4096512"/>
          </a:xfrm>
          <a:prstGeom prst="rect">
            <a:avLst>
              <a:gd name="adj" fmla="val 1067"/>
            </a:avLst>
          </a:prstGeom>
          <a:solidFill>
            <a:srgbClr val="111A16"/>
          </a:solidFill>
          <a:ln w="10160">
            <a:solidFill>
              <a:srgbClr val="111A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47888" y="16733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DEFAULT RUN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11312" y="201168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0.003</a:t>
            </a:r>
            <a:endParaRPr lang="en-US" sz="3700" dirty="0"/>
          </a:p>
        </p:txBody>
      </p:sp>
      <p:sp>
        <p:nvSpPr>
          <p:cNvPr id="10" name="Text 7"/>
          <p:cNvSpPr/>
          <p:nvPr/>
        </p:nvSpPr>
        <p:spPr>
          <a:xfrm>
            <a:off x="8247888" y="26700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 USDC HARD CAP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247888" y="3127248"/>
            <a:ext cx="2697480" cy="0"/>
          </a:xfrm>
          <a:prstGeom prst="line">
            <a:avLst/>
          </a:prstGeom>
          <a:noFill/>
          <a:ln w="8890">
            <a:solidFill>
              <a:srgbClr val="5264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47888" y="337413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006840" y="3502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DATA PURCHASES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247888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3.5 Flash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x402 · Solana Devnet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47888" y="4864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POLICY-GATED SERVER WALLET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GCP x SOLANA AI AGENTIC HACKATHON /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383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92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1792" y="941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/ PROBLEM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119786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데이터를 골라도, 지갑과 예산은 코드가 통제해야 합니다.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유료 외부 데이터를 쓰는 리서치·AI 운영팀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" y="2130552"/>
            <a:ext cx="10927080" cy="0"/>
          </a:xfrm>
          <a:prstGeom prst="line">
            <a:avLst/>
          </a:prstGeom>
          <a:noFill/>
          <a:ln w="10160">
            <a:solidFill>
              <a:srgbClr val="9AA8A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441448"/>
            <a:ext cx="3456432" cy="2487168"/>
          </a:xfrm>
          <a:prstGeom prst="rect">
            <a:avLst>
              <a:gd name="adj" fmla="val 1471"/>
            </a:avLst>
          </a:prstGeom>
          <a:solidFill>
            <a:srgbClr val="F8F5ED"/>
          </a:solidFill>
          <a:ln w="10160">
            <a:solidFill>
              <a:srgbClr val="9AA8A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6700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45536" y="27066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선택 근거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859536" y="3054096"/>
            <a:ext cx="3054096" cy="0"/>
          </a:xfrm>
          <a:prstGeom prst="line">
            <a:avLst/>
          </a:prstGeom>
          <a:noFill/>
          <a:ln w="8890">
            <a:solidFill>
              <a:srgbClr val="D4DA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330098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데이터를 샀는가?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4078224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문장만으로는 관련성과 가격을 대조하기 어렵습니다.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43984" y="2441448"/>
            <a:ext cx="3456432" cy="2487168"/>
          </a:xfrm>
          <a:prstGeom prst="rect">
            <a:avLst>
              <a:gd name="adj" fmla="val 1471"/>
            </a:avLst>
          </a:prstGeom>
          <a:solidFill>
            <a:srgbClr val="F8F5ED"/>
          </a:solidFill>
          <a:ln w="10160">
            <a:solidFill>
              <a:srgbClr val="9AA8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26700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31152" y="27066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정책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645152" y="3054096"/>
            <a:ext cx="3054096" cy="0"/>
          </a:xfrm>
          <a:prstGeom prst="line">
            <a:avLst/>
          </a:prstGeom>
          <a:noFill/>
          <a:ln w="8890">
            <a:solidFill>
              <a:srgbClr val="D4DA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330098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예산과 자산 정책을 지켰는가?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45152" y="4078224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출력만으로 URL·자산·금액을 제한할 수 없습니다.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0" y="2441448"/>
            <a:ext cx="3456432" cy="2487168"/>
          </a:xfrm>
          <a:prstGeom prst="rect">
            <a:avLst>
              <a:gd name="adj" fmla="val 1471"/>
            </a:avLst>
          </a:prstGeom>
          <a:solidFill>
            <a:srgbClr val="F8F5ED"/>
          </a:solidFill>
          <a:ln w="10160">
            <a:solidFill>
              <a:srgbClr val="B43B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30768" y="26700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3B2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716768" y="270662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정산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430768" y="3054096"/>
            <a:ext cx="3054096" cy="0"/>
          </a:xfrm>
          <a:prstGeom prst="line">
            <a:avLst/>
          </a:prstGeom>
          <a:noFill/>
          <a:ln w="8890">
            <a:solidFill>
              <a:srgbClr val="D4DA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330098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결제 없이 정산됐는가?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430768" y="4078224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초과 뒤 재시도는 중복 결제나 잘못된 완료 처리를 만들 수 있습니다.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6656" y="52669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REIN이 남기는 것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965960" y="5166360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이유, 코드 정책, Explorer 영수증을 실행 기록 하나에 묶습니다.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GCP x SOLANA AI AGENTIC HACKATHON /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383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92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1792" y="941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/ PRODUCT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119786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사용자는 목표와 상한만 정합니다.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REIN이 선택·검사·결제·보고를 수행합니다.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실행: 0.003 Devnet USDC로 SOL·ETH 시장과 개발 모멘텀 비교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" y="2130552"/>
            <a:ext cx="10927080" cy="0"/>
          </a:xfrm>
          <a:prstGeom prst="line">
            <a:avLst/>
          </a:prstGeom>
          <a:noFill/>
          <a:ln w="10160">
            <a:solidFill>
              <a:srgbClr val="9AA8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2514600"/>
            <a:ext cx="347472" cy="347472"/>
          </a:xfrm>
          <a:prstGeom prst="ellipse">
            <a:avLst/>
          </a:prstGeom>
          <a:solidFill>
            <a:srgbClr val="F0EDE4"/>
          </a:solidFill>
          <a:ln w="15240">
            <a:solidFill>
              <a:srgbClr val="0866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792224" y="2688336"/>
            <a:ext cx="1417320" cy="0"/>
          </a:xfrm>
          <a:prstGeom prst="line">
            <a:avLst/>
          </a:prstGeom>
          <a:noFill/>
          <a:ln w="12700">
            <a:solidFill>
              <a:srgbClr val="9AA8A1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658368" y="3108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GOAL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66928" y="33924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목표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2648" y="38221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+ 0.003 USDC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75888" y="2514600"/>
            <a:ext cx="347472" cy="347472"/>
          </a:xfrm>
          <a:prstGeom prst="ellipse">
            <a:avLst/>
          </a:prstGeom>
          <a:solidFill>
            <a:srgbClr val="F0EDE4"/>
          </a:solidFill>
          <a:ln w="15240">
            <a:solidFill>
              <a:srgbClr val="0866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096512" y="2688336"/>
            <a:ext cx="1417320" cy="0"/>
          </a:xfrm>
          <a:prstGeom prst="line">
            <a:avLst/>
          </a:prstGeom>
          <a:noFill/>
          <a:ln w="12700">
            <a:solidFill>
              <a:srgbClr val="9AA8A1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2962656" y="3108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871216" y="33924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선택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916936" y="38221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0.001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0.002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80176" y="2514600"/>
            <a:ext cx="347472" cy="347472"/>
          </a:xfrm>
          <a:prstGeom prst="ellipse">
            <a:avLst/>
          </a:prstGeom>
          <a:solidFill>
            <a:srgbClr val="F0EDE4"/>
          </a:solidFill>
          <a:ln w="15240">
            <a:solidFill>
              <a:srgbClr val="0866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400800" y="2688336"/>
            <a:ext cx="1417320" cy="0"/>
          </a:xfrm>
          <a:prstGeom prst="line">
            <a:avLst/>
          </a:prstGeom>
          <a:noFill/>
          <a:ln w="12700">
            <a:solidFill>
              <a:srgbClr val="9AA8A1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5266944" y="3108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POLICY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175504" y="33924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전 검사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21224" y="38221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URL·mint·금액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상한 확인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284464" y="2514600"/>
            <a:ext cx="347472" cy="347472"/>
          </a:xfrm>
          <a:prstGeom prst="ellipse">
            <a:avLst/>
          </a:prstGeom>
          <a:solidFill>
            <a:srgbClr val="F0EDE4"/>
          </a:solidFill>
          <a:ln w="15240">
            <a:solidFill>
              <a:srgbClr val="A86A1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6A1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8705088" y="2688336"/>
            <a:ext cx="1417320" cy="0"/>
          </a:xfrm>
          <a:prstGeom prst="line">
            <a:avLst/>
          </a:prstGeom>
          <a:noFill/>
          <a:ln w="12700">
            <a:solidFill>
              <a:srgbClr val="9AA8A1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7571232" y="3108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PAY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479792" y="33924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지갑 결제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525512" y="38221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x402 · Devnet USDC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2건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588752" y="2514600"/>
            <a:ext cx="347472" cy="347472"/>
          </a:xfrm>
          <a:prstGeom prst="ellipse">
            <a:avLst/>
          </a:prstGeom>
          <a:solidFill>
            <a:srgbClr val="F0EDE4"/>
          </a:solidFill>
          <a:ln w="15240">
            <a:solidFill>
              <a:srgbClr val="08664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9875520" y="310896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784080" y="33924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기록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829800" y="382219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스냅샷 + 영수증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데이터 한계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58368" y="4855464"/>
            <a:ext cx="10863072" cy="713232"/>
          </a:xfrm>
          <a:prstGeom prst="rect">
            <a:avLst>
              <a:gd name="adj" fmla="val 5128"/>
            </a:avLst>
          </a:prstGeom>
          <a:solidFill>
            <a:srgbClr val="DDEBE5"/>
          </a:solidFill>
          <a:ln w="10160">
            <a:solidFill>
              <a:srgbClr val="08664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112" y="5074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331720" y="4965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· 관련성 · 가격 · 선택 이유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28232" y="50749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3B2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모델 권한 밖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7543800" y="4965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3B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키 · 임의 URL · 임의 자산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GCP x SOLANA AI AGENTIC HACKATHON /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383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92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1792" y="941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 / EXPERIENCE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119786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목표·예산·선택 이유·영수증을 한 흐름에서 확인합니다.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Run 실행 — Gemini 선택, 정책 검사, Devnet 결제, 영수증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" y="2130552"/>
            <a:ext cx="10927080" cy="0"/>
          </a:xfrm>
          <a:prstGeom prst="line">
            <a:avLst/>
          </a:prstGeom>
          <a:noFill/>
          <a:ln w="10160">
            <a:solidFill>
              <a:srgbClr val="9AA8A1"/>
            </a:solidFill>
            <a:prstDash val="solid"/>
          </a:ln>
        </p:spPr>
      </p:sp>
      <p:pic>
        <p:nvPicPr>
          <p:cNvPr id="8" name="Image 1" descr="C:\PROJECT\구글 클라우드 X 솔라나 AI Agentic 해커톤 지원\artifacts\qa\desktop-live-completed.png">    </p:cNvPr>
          <p:cNvPicPr>
            <a:picLocks noChangeAspect="1"/>
          </p:cNvPicPr>
          <p:nvPr/>
        </p:nvPicPr>
        <p:blipFill>
          <a:blip r:embed="rId3"/>
          <a:srcRect l="0" r="0" t="39220" b="39220"/>
          <a:stretch/>
        </p:blipFill>
        <p:spPr>
          <a:xfrm>
            <a:off x="640080" y="2414016"/>
            <a:ext cx="7498080" cy="34655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414016"/>
            <a:ext cx="7498080" cy="3465576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111A1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248" y="2578608"/>
            <a:ext cx="1627632" cy="219456"/>
          </a:xfrm>
          <a:prstGeom prst="rect">
            <a:avLst/>
          </a:prstGeom>
          <a:solidFill>
            <a:srgbClr val="DDEBE5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LIVE / COMPLETED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458200" y="245973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887968" y="2441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순서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458200" y="27889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→ 선택 이유 → 정책 → 결제 → 수령을 시간순으로 확인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8458200" y="3410712"/>
            <a:ext cx="2761488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58200" y="35753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887968" y="35570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지갑 역할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458200" y="39044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 에이전트 지갑과 데이터 판매자 주소를 영수증에 표시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8458200" y="4526280"/>
            <a:ext cx="2761488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58200" y="469087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887968" y="46725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상태별 복구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458200" y="50200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denied·unavailable·reconciling·timeout별 복구 안내</a:t>
            </a:r>
            <a:endParaRPr lang="en-US" sz="920" dirty="0"/>
          </a:p>
        </p:txBody>
      </p:sp>
      <p:sp>
        <p:nvSpPr>
          <p:cNvPr id="22" name="Shape 18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GCP x SOLANA AI AGENTIC HACKATHON /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383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92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1792" y="941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 / ARCHITECTURE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119786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서비스, 세 개의 권한 경계.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UI·에이전트 API·유료 데이터 API는 Cloud Run에 두고, 키는 Secret Manager에서만 불러옵니다.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" y="2130552"/>
            <a:ext cx="10927080" cy="0"/>
          </a:xfrm>
          <a:prstGeom prst="line">
            <a:avLst/>
          </a:prstGeom>
          <a:noFill/>
          <a:ln w="10160">
            <a:solidFill>
              <a:srgbClr val="9AA8A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487168"/>
            <a:ext cx="2980944" cy="2377440"/>
          </a:xfrm>
          <a:prstGeom prst="rect">
            <a:avLst>
              <a:gd name="adj" fmla="val 1538"/>
            </a:avLst>
          </a:prstGeom>
          <a:solidFill>
            <a:srgbClr val="F8F5ED"/>
          </a:solidFill>
          <a:ln w="13970">
            <a:solidFill>
              <a:srgbClr val="0866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97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DECIDE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68680" y="2990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Vertex AI + Google ADK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86968" y="3694176"/>
            <a:ext cx="73152" cy="73152"/>
          </a:xfrm>
          <a:prstGeom prst="ellipse">
            <a:avLst/>
          </a:prstGeom>
          <a:solidFill>
            <a:srgbClr val="08664B"/>
          </a:solidFill>
          <a:ln w="12700">
            <a:solidFill>
              <a:srgbClr val="0866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361188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gemini-3.5-flash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86968" y="4023360"/>
            <a:ext cx="73152" cy="73152"/>
          </a:xfrm>
          <a:prstGeom prst="ellipse">
            <a:avLst/>
          </a:prstGeom>
          <a:solidFill>
            <a:srgbClr val="08664B"/>
          </a:solidFill>
          <a:ln w="12700">
            <a:solidFill>
              <a:srgbClr val="0866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94106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structured selection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86968" y="4352544"/>
            <a:ext cx="73152" cy="73152"/>
          </a:xfrm>
          <a:prstGeom prst="ellipse">
            <a:avLst/>
          </a:prstGeom>
          <a:solidFill>
            <a:srgbClr val="08664B"/>
          </a:solidFill>
          <a:ln w="12700">
            <a:solidFill>
              <a:srgbClr val="0866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427024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purchased-evidence synthesis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968496" y="2487168"/>
            <a:ext cx="4233672" cy="2377440"/>
          </a:xfrm>
          <a:prstGeom prst="rect">
            <a:avLst>
              <a:gd name="adj" fmla="val 1538"/>
            </a:avLst>
          </a:prstGeom>
          <a:solidFill>
            <a:srgbClr val="F8F5ED"/>
          </a:solidFill>
          <a:ln w="13970">
            <a:solidFill>
              <a:srgbClr val="111A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78808" y="2697480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11A1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CONTROL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178808" y="2990088"/>
            <a:ext cx="3813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policy + Firestore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197096" y="3694176"/>
            <a:ext cx="73152" cy="73152"/>
          </a:xfrm>
          <a:prstGeom prst="ellipse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3611880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fixed catalog / BigInt limits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197096" y="4023360"/>
            <a:ext cx="73152" cy="73152"/>
          </a:xfrm>
          <a:prstGeom prst="ellipse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52544" y="3941064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transactional reservation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97096" y="4352544"/>
            <a:ext cx="73152" cy="73152"/>
          </a:xfrm>
          <a:prstGeom prst="ellipse">
            <a:avLst/>
          </a:prstGeom>
          <a:solidFill>
            <a:srgbClr val="111A16"/>
          </a:solidFill>
          <a:ln w="12700">
            <a:solidFill>
              <a:srgbClr val="111A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52544" y="427024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 · payments · quota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531352" y="2487168"/>
            <a:ext cx="2999232" cy="2377440"/>
          </a:xfrm>
          <a:prstGeom prst="rect">
            <a:avLst>
              <a:gd name="adj" fmla="val 1538"/>
            </a:avLst>
          </a:prstGeom>
          <a:solidFill>
            <a:srgbClr val="F8F5ED"/>
          </a:solidFill>
          <a:ln w="13970">
            <a:solidFill>
              <a:srgbClr val="A86A1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41664" y="269748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86A1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SETTLE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741664" y="299008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x402 + Solana Devnet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759952" y="3694176"/>
            <a:ext cx="73152" cy="73152"/>
          </a:xfrm>
          <a:prstGeom prst="ellipse">
            <a:avLst/>
          </a:prstGeom>
          <a:solidFill>
            <a:srgbClr val="A86A10"/>
          </a:solidFill>
          <a:ln w="12700">
            <a:solidFill>
              <a:srgbClr val="A86A1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15400" y="3611880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buyer wallet + seller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759952" y="4023360"/>
            <a:ext cx="73152" cy="73152"/>
          </a:xfrm>
          <a:prstGeom prst="ellipse">
            <a:avLst/>
          </a:prstGeom>
          <a:solidFill>
            <a:srgbClr val="A86A10"/>
          </a:solidFill>
          <a:ln w="12700">
            <a:solidFill>
              <a:srgbClr val="A86A1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15400" y="3941064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payment-identifier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759952" y="4352544"/>
            <a:ext cx="73152" cy="73152"/>
          </a:xfrm>
          <a:prstGeom prst="ellipse">
            <a:avLst/>
          </a:prstGeom>
          <a:solidFill>
            <a:srgbClr val="A86A10"/>
          </a:solidFill>
          <a:ln w="12700">
            <a:solidFill>
              <a:srgbClr val="A86A1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15400" y="427024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Circle test USDC receipt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675888" y="3685032"/>
            <a:ext cx="283464" cy="0"/>
          </a:xfrm>
          <a:prstGeom prst="line">
            <a:avLst/>
          </a:prstGeom>
          <a:noFill/>
          <a:ln w="15240">
            <a:solidFill>
              <a:srgbClr val="9AA8A1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8220456" y="3685032"/>
            <a:ext cx="283464" cy="0"/>
          </a:xfrm>
          <a:prstGeom prst="line">
            <a:avLst/>
          </a:prstGeom>
          <a:noFill/>
          <a:ln w="15240">
            <a:solidFill>
              <a:srgbClr val="9AA8A1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389888" y="5166360"/>
            <a:ext cx="9418320" cy="530352"/>
          </a:xfrm>
          <a:prstGeom prst="rect">
            <a:avLst>
              <a:gd name="adj" fmla="val 6897"/>
            </a:avLst>
          </a:prstGeom>
          <a:solidFill>
            <a:srgbClr val="DDEBE5"/>
          </a:solidFill>
          <a:ln w="10160">
            <a:solidFill>
              <a:srgbClr val="08664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627632" y="534009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PRE-PAYMENT SNAPSHOT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3566160" y="5221224"/>
            <a:ext cx="6748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CoinGecko + GitHub → snapshotId 고정 → 결제 후 같은 데이터 반환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GCP x SOLANA AI AGENTIC HACKATHON /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383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92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1792" y="941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 / SAFETY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119786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주소·네트워크·자산·예산은 코드가 결제 전에 검증합니다.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Gemini는 상품을 제안하고, 결제 허용 여부는 정책 엔진이 결정합니다.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" y="2130552"/>
            <a:ext cx="10927080" cy="0"/>
          </a:xfrm>
          <a:prstGeom prst="line">
            <a:avLst/>
          </a:prstGeom>
          <a:noFill/>
          <a:ln w="10160">
            <a:solidFill>
              <a:srgbClr val="9AA8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43230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ALLOWLIST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65376" y="2395728"/>
            <a:ext cx="1901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2개 고정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65376" y="2752344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URL·network·mint·payee·price는 카탈로그 값만 허용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58368" y="3255264"/>
            <a:ext cx="507492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63056" y="243230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ATOMIC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370064" y="2395728"/>
            <a:ext cx="1901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금액은 BigInt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70064" y="2752344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6자리 atomic 문자열, 구매 4000 / 실행 10000 / 일일 250000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163056" y="3255264"/>
            <a:ext cx="507492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48386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IDEMPOTENCY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865376" y="3447288"/>
            <a:ext cx="1901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요청별 결제 ID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865376" y="3803904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payment ID가 다른 요청에 쓰이면 Firestore에서 거부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58368" y="4306824"/>
            <a:ext cx="507492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63056" y="348386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86A1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RECONCILE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370064" y="3447288"/>
            <a:ext cx="1901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재결제 금지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70064" y="3803904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뒤 상태가 불명확하면 예약을 유지하고 Explorer에서 확인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163056" y="4306824"/>
            <a:ext cx="507492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453542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SECRET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865376" y="4498848"/>
            <a:ext cx="1901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서버 지갑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865376" y="4855464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 Manager 키로 정책 승인 결제만 서명하며 브라우저 연결은 사용하지 않음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58368" y="5358384"/>
            <a:ext cx="507492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63056" y="453542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INJECTION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370064" y="4498848"/>
            <a:ext cx="1901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데이터는 비신뢰 입력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70064" y="4855464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카탈로그와 데이터 속 지시는 무시하고 허용된 숫자 필드만 사용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6163056" y="5358384"/>
            <a:ext cx="507492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5596128"/>
            <a:ext cx="10863072" cy="411480"/>
          </a:xfrm>
          <a:prstGeom prst="rect">
            <a:avLst>
              <a:gd name="adj" fmla="val 8889"/>
            </a:avLst>
          </a:prstGeom>
          <a:solidFill>
            <a:srgbClr val="F2DDD7"/>
          </a:solidFill>
          <a:ln w="10160">
            <a:solidFill>
              <a:srgbClr val="B43B2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8680" y="570585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43B2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제외 범위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2057400" y="5641848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3B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Mainnet · 실자산 · 임의 판매자 · 로그인 · 구독 · 멀티에이전트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GCP x SOLANA AI AGENTIC HACKATHON /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" y="338328"/>
            <a:ext cx="438912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92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21792" y="941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 / EVIDENCE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1792" y="1197864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2건과 Explorer 영수증 2건.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https://rein-vvwpcipqca-du.a.run.app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" y="2130552"/>
            <a:ext cx="10927080" cy="0"/>
          </a:xfrm>
          <a:prstGeom prst="line">
            <a:avLst/>
          </a:prstGeom>
          <a:noFill/>
          <a:ln w="10160">
            <a:solidFill>
              <a:srgbClr val="9AA8A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468880"/>
            <a:ext cx="5230368" cy="1207008"/>
          </a:xfrm>
          <a:prstGeom prst="rect">
            <a:avLst>
              <a:gd name="adj" fmla="val 3030"/>
            </a:avLst>
          </a:prstGeom>
          <a:solidFill>
            <a:srgbClr val="F8F5ED"/>
          </a:solidFill>
          <a:ln w="13970">
            <a:solidFill>
              <a:srgbClr val="0866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6334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SETTLED / DEVNET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59536" y="2889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 snapshot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53128" y="26334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A1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0.001 USDC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" y="329184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NoNGYPThfsy8jx43CvHBeVwXx6Cm5T9eLLNuM2JNEKfBSYnZLveQThxeio9Y7Divs9CEpg6TXFyUrjPBAEpQyrd</a:t>
            </a:r>
            <a:endParaRPr lang="en-US" sz="710" dirty="0"/>
          </a:p>
        </p:txBody>
      </p:sp>
      <p:sp>
        <p:nvSpPr>
          <p:cNvPr id="13" name="Shape 10"/>
          <p:cNvSpPr/>
          <p:nvPr/>
        </p:nvSpPr>
        <p:spPr>
          <a:xfrm>
            <a:off x="6300216" y="2468880"/>
            <a:ext cx="5230368" cy="1207008"/>
          </a:xfrm>
          <a:prstGeom prst="rect">
            <a:avLst>
              <a:gd name="adj" fmla="val 3030"/>
            </a:avLst>
          </a:prstGeom>
          <a:solidFill>
            <a:srgbClr val="F8F5ED"/>
          </a:solidFill>
          <a:ln w="13970">
            <a:solidFill>
              <a:srgbClr val="0866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1384" y="26334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SETTLED / DEVNET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501384" y="2889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health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94976" y="26334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11A1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0.002 USDC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01384" y="3291840"/>
            <a:ext cx="4782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4Pw18BGdsvv7zo9WYsMXi3p5cCxhgrv5H3mNpa9hyyPopuAkDx18r48WcFor6CSEnNukbVCdJpgwPDXKrsAk7cbj</a:t>
            </a:r>
            <a:endParaRPr lang="en-US" sz="710" dirty="0"/>
          </a:p>
        </p:txBody>
      </p:sp>
      <p:sp>
        <p:nvSpPr>
          <p:cNvPr id="18" name="Text 15"/>
          <p:cNvSpPr/>
          <p:nvPr/>
        </p:nvSpPr>
        <p:spPr>
          <a:xfrm>
            <a:off x="676656" y="404164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LIVE DEVNET EVIDENCE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" y="437083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55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481328" y="4425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 tests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481328" y="4754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amount·policy·quota·agent eval·failure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361688" y="437083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5184648" y="4425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browser tests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184648" y="4754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desktop + Pixel 7 + 402 + SSE reconnect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065008" y="437083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8887968" y="4425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compiled routes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887968" y="4754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production build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58368" y="5431536"/>
            <a:ext cx="10863072" cy="457200"/>
          </a:xfrm>
          <a:prstGeom prst="rect">
            <a:avLst>
              <a:gd name="adj" fmla="val 8000"/>
            </a:avLst>
          </a:prstGeom>
          <a:solidFill>
            <a:srgbClr val="DDEBE5"/>
          </a:solidFill>
          <a:ln w="10160">
            <a:solidFill>
              <a:srgbClr val="08664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7824" y="555955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PASS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874520" y="548640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Explorer와 RPC에서 네트워크·자산·수취 주소·금액을 확인했습니다.</a:t>
            </a:r>
            <a:endParaRPr lang="en-US" sz="1070" dirty="0"/>
          </a:p>
        </p:txBody>
      </p:sp>
      <p:sp>
        <p:nvSpPr>
          <p:cNvPr id="31" name="Shape 28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GCP x SOLANA AI AGENTIC HACKATHON /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944" y="557784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9032" y="5029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REIN/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94944" y="1508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WHY NOW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8368" y="1810512"/>
            <a:ext cx="7178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결과에는 선택 이유, 정책 판단,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영수증이 함께 남아야 합니다.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94944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8664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SOLANA AGENTIC COMMERCE / SINGLE TRACK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94944" y="34930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가까운 시작점: B. Autonomous On-chain Settlement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391363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4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지금은 데이터 상품 2개를 다룹니다. 같은 결제 계약을 유료 리서치 API, B2B 데이터, 모델·도구 구매에도 적용할 수 있습니다.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28432" y="1417320"/>
            <a:ext cx="3310128" cy="4059936"/>
          </a:xfrm>
          <a:prstGeom prst="rect">
            <a:avLst>
              <a:gd name="adj" fmla="val 1105"/>
            </a:avLst>
          </a:prstGeom>
          <a:solidFill>
            <a:srgbClr val="111A16"/>
          </a:solidFill>
          <a:ln w="10160">
            <a:solidFill>
              <a:srgbClr val="111A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9328" y="17465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VERIFY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339328" y="22219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39328" y="2542032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github.com/jeonsavvy/REIN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8339328" y="2962656"/>
            <a:ext cx="2651760" cy="0"/>
          </a:xfrm>
          <a:prstGeom prst="line">
            <a:avLst/>
          </a:prstGeom>
          <a:noFill/>
          <a:ln w="8890">
            <a:solidFill>
              <a:srgbClr val="5264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app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39328" y="35661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0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https://rein-vvwpcipqca-du.a.run.app</a:t>
            </a:r>
            <a:endParaRPr lang="en-US" sz="710" dirty="0"/>
          </a:p>
        </p:txBody>
      </p:sp>
      <p:sp>
        <p:nvSpPr>
          <p:cNvPr id="16" name="Shape 13"/>
          <p:cNvSpPr/>
          <p:nvPr/>
        </p:nvSpPr>
        <p:spPr>
          <a:xfrm>
            <a:off x="8339328" y="4242816"/>
            <a:ext cx="2651760" cy="0"/>
          </a:xfrm>
          <a:prstGeom prst="line">
            <a:avLst/>
          </a:prstGeom>
          <a:noFill/>
          <a:ln w="8890">
            <a:solidFill>
              <a:srgbClr val="5264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39328" y="4526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Devnet receipts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4846320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DDEB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finalized transactions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694944" y="519379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66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한도를 정하고, 에이전트는 결제를 끝냅니다.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21792" y="6291072"/>
            <a:ext cx="10927080" cy="0"/>
          </a:xfrm>
          <a:prstGeom prst="line">
            <a:avLst/>
          </a:prstGeom>
          <a:noFill/>
          <a:ln w="7620">
            <a:solidFill>
              <a:srgbClr val="D4DA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" y="64190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2645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REIN / SOLANA AGENTIC COMMERCE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2645D"/>
                </a:solidFill>
                <a:latin typeface="Cascadia Mono"/>
                <a:ea typeface="Cascadia Mono"/>
                <a:cs typeface="Cascadia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 - Autonomous data procurement on Solana</dc:title>
  <dc:subject>REIN autonomous data procurement on Solana</dc:subject>
  <dc:creator>REIN</dc:creator>
  <cp:lastModifiedBy>REIN</cp:lastModifiedBy>
  <cp:revision>1</cp:revision>
  <dcterms:created xsi:type="dcterms:W3CDTF">2026-07-21T16:49:04Z</dcterms:created>
  <dcterms:modified xsi:type="dcterms:W3CDTF">2026-07-21T16:49:04Z</dcterms:modified>
</cp:coreProperties>
</file>