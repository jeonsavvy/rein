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IN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530352"/>
            <a:ext cx="592531" cy="5925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17320" y="4754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94944" y="14904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SOLANA AGENTIC COMMERCE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185623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held to proof.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94944" y="3822192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예산만 정하면, REIN 전용 지갑이 데이터 구매까지 끝냅니다.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09560" y="1344168"/>
            <a:ext cx="3429000" cy="4096512"/>
          </a:xfrm>
          <a:prstGeom prst="rect">
            <a:avLst>
              <a:gd name="adj" fmla="val 1067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47888" y="16733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DEFAULT RUN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11312" y="201168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0.003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247888" y="26700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TEST USDC HARD CAP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8247888" y="3127248"/>
            <a:ext cx="269748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47888" y="337413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006840" y="35021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DATA PURCHASES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247888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3.5 Flash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· Solana Devnet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47888" y="48646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POLICY-GATED SERVER WALLET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/ PROBLEM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데이터를 골라도, 지갑과 예산은 코드가 통제해야 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유료 외부 데이터를 쓰는 리서치·AI 운영팀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45536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선택 근거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859536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데이터를 샀는가?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문장만으로는 관련성과 가격을 대조하기 어렵습니다.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43984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45152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31152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정책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4645152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45152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예산과 자산 정책을 지켰는가?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645152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출력만으로 URL·자산·금액을 제한할 수 없습니다.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0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716768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정산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30768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결제 없이 정산됐는가?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430768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초과 뒤 재시도는 중복 결제나 잘못된 완료 처리를 만들 수 있습니다.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76656" y="5266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REIN이 남기는 것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965960" y="5166360"/>
            <a:ext cx="9052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이유, 코드 정책, Explorer 영수증을 실행 기록 하나에 묶습니다.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/ PRODUCT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사용자는 목표와 상한만 정합니다.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REIN이 선택·검사·결제·보고를 수행합니다.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실행: 0.003 Devnet USDC로 SOL·ETH 시장과 개발 모멘텀 비교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0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792224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658368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GOAL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66928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조사 목표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12648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+ 0.003 USDC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675888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096512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2962656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SELECT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2871216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선택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2916936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0.001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0.002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980176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6400800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5266944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POLICY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5175504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 전 검사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221224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URL·mint·금액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 확인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84464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A86A1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8705088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571232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PAY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7479792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 지갑 결제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25512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· Devnet USDC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2건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0588752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9875520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RESULT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784080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기록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829800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스냅샷 + 영수증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데이터 한계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58368" y="4855464"/>
            <a:ext cx="10863072" cy="713232"/>
          </a:xfrm>
          <a:prstGeom prst="rect">
            <a:avLst>
              <a:gd name="adj" fmla="val 5128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5074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MODEL OUTPUT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2331720" y="49651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· 관련성 · 가격 · 선택 이유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28232" y="5074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모델 권한 밖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7543800" y="4965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 키 · 임의 URL · 임의 자산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/ EXPERIENCE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목표·예산·선택 이유·영수증을 한 흐름에서 확인합니다.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Run 실행 — Gemini 선택, 정책 검사, Devnet 결제, 영수증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pic>
        <p:nvPicPr>
          <p:cNvPr id="8" name="Image 1" descr="C:\PROJECT\구글 클라우드 X 솔라나 AI Agentic 해커톤 지원\artifacts\qa\desktop-live-completed.png">    </p:cNvPr>
          <p:cNvPicPr>
            <a:picLocks noChangeAspect="1"/>
          </p:cNvPicPr>
          <p:nvPr/>
        </p:nvPicPr>
        <p:blipFill>
          <a:blip r:embed="rId3"/>
          <a:srcRect l="0" r="0" t="39220" b="39220"/>
          <a:stretch/>
        </p:blipFill>
        <p:spPr>
          <a:xfrm>
            <a:off x="640080" y="2414016"/>
            <a:ext cx="7498080" cy="346557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2414016"/>
            <a:ext cx="7498080" cy="3465576"/>
          </a:xfrm>
          <a:prstGeom prst="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111A1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1248" y="2578608"/>
            <a:ext cx="1627632" cy="219456"/>
          </a:xfrm>
          <a:prstGeom prst="rect">
            <a:avLst/>
          </a:prstGeom>
          <a:solidFill>
            <a:srgbClr val="DDEBE5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/ COMPLETED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8458200" y="245973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887968" y="24414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구매 순서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458200" y="278892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→ 선택 이유 → 정책 → 결제 → 수령을 시간순으로 확인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8458200" y="3410712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58200" y="35753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887968" y="35570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지갑 역할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8458200" y="39044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 에이전트 지갑과 데이터 판매자 주소를 영수증에 표시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8458200" y="4526280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58200" y="469087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887968" y="4672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상태별 복구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8458200" y="5020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denied·unavailable·reconciling·timeout별 복구 안내</a:t>
            </a:r>
            <a:endParaRPr lang="en-US" sz="920" dirty="0"/>
          </a:p>
        </p:txBody>
      </p:sp>
      <p:sp>
        <p:nvSpPr>
          <p:cNvPr id="22" name="Shape 1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/ ARCHITECTURE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서비스, 세 개의 권한 경계.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UI·에이전트 API·유료 데이터 API는 Cloud Run에 두고, 키는 Secret Manager에서만 불러옵니다.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87168"/>
            <a:ext cx="2980944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6974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DECIDE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68680" y="299008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Vertex AI + Google ADK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" y="3694176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361188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gemini-3.5-flash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86968" y="4023360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94106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structured selection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86968" y="4352544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7024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purchased-evidence synthesis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968496" y="2487168"/>
            <a:ext cx="423367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111A1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78808" y="2697480"/>
            <a:ext cx="3813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4178808" y="2990088"/>
            <a:ext cx="3813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policy + Firestore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97096" y="3694176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52544" y="3611880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 catalog / BigInt limits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97096" y="4023360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52544" y="3941064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transactional reservation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97096" y="4352544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52544" y="4270248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events · payments · quota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531352" y="2487168"/>
            <a:ext cx="299923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A86A1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41664" y="2697480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8741664" y="299008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+ Solana Devnet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59952" y="3694176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915400" y="361188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 buyer wallet + seller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759952" y="4023360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15400" y="3941064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payment-identifier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759952" y="4352544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915400" y="427024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Circle test USDC receipt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675888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20456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389888" y="5166360"/>
            <a:ext cx="9418320" cy="530352"/>
          </a:xfrm>
          <a:prstGeom prst="rect">
            <a:avLst>
              <a:gd name="adj" fmla="val 6897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627632" y="53400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PRE-PAYMENT SNAPSHOT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3566160" y="5221224"/>
            <a:ext cx="6748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CoinGecko + GitHub → snapshotId 고정 → 결제 후 같은 데이터 반환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/ SAFETY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주소·네트워크·자산·예산은 코드가 결제 전에 검증합니다.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Gemini는 상품을 제안하고, 결제 허용 여부는 정책 엔진이 결정합니다.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ALLOWLIST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865376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2개 고정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865376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URL·network·mint·payee·price는 카탈로그 값만 허용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58368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63056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ATOMIC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7370064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금액은 BigInt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70064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6자리 atomic 문자열, 구매 4000 / 실행 10000 / 일일 250000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6163056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IDEMPOTENCY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1865376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요청별 결제 ID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865376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payment ID가 다른 요청에 쓰이면 Firestore에서 거부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58368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63056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RECONCILE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7370064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재결제 금지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70064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뒤 상태가 불명확하면 예약을 유지하고 Explorer에서 확인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6163056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SECRET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1865376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 서버 지갑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865376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Secret Manager 키로 정책 승인 결제만 서명하며 브라우저 연결은 사용하지 않음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58368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63056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INJECTION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370064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데이터는 비신뢰 입력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370064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카탈로그와 데이터 속 지시는 무시하고 허용된 숫자 필드만 사용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6163056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8368" y="5596128"/>
            <a:ext cx="10863072" cy="411480"/>
          </a:xfrm>
          <a:prstGeom prst="rect">
            <a:avLst>
              <a:gd name="adj" fmla="val 8889"/>
            </a:avLst>
          </a:prstGeom>
          <a:solidFill>
            <a:srgbClr val="F2DDD7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68680" y="57058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제외 범위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2057400" y="5641848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Mainnet · 실자산 · 임의 판매자 · 로그인 · 구독 · 멀티에이전트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/ EVIDENCE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구매 2건과 Explorer 영수증 2건.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https://rein-vvwpcipqca-du.a.run.app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59536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Market snapshot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53128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0.001 USDC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NoNGYPThfsy8jx43CvHBeVwXx6Cm5T9eLLNuM2JNEKfBSYnZLveQThxeio9Y7Divs9CEpg6TXFyUrjPBAEpQyrd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6300216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01384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01384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health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94976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0.002 USDC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01384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4Pw18BGdsvv7zo9WYsMXi3p5cCxhgrv5H3mNpa9hyyPopuAkDx18r48WcFor6CSEnNukbVCdJpgwPDXKrsAk7cbj</a:t>
            </a:r>
            <a:endParaRPr lang="en-US" sz="710" dirty="0"/>
          </a:p>
        </p:txBody>
      </p:sp>
      <p:sp>
        <p:nvSpPr>
          <p:cNvPr id="18" name="Text 15"/>
          <p:cNvSpPr/>
          <p:nvPr/>
        </p:nvSpPr>
        <p:spPr>
          <a:xfrm>
            <a:off x="676656" y="404164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DEVNET EVIDENCE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5836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55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148132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48132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amount·policy·quota·agent eval·failure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36168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18464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browser tests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18464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desktop + Pixel 7 + 402 + SSE reconnect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6500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</a:t>
            </a:r>
            <a:endParaRPr lang="en-US" sz="2700" dirty="0"/>
          </a:p>
        </p:txBody>
      </p:sp>
      <p:sp>
        <p:nvSpPr>
          <p:cNvPr id="26" name="Text 23"/>
          <p:cNvSpPr/>
          <p:nvPr/>
        </p:nvSpPr>
        <p:spPr>
          <a:xfrm>
            <a:off x="888796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compiled routes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88796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production build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" y="5431536"/>
            <a:ext cx="10863072" cy="457200"/>
          </a:xfrm>
          <a:prstGeom prst="rect">
            <a:avLst>
              <a:gd name="adj" fmla="val 8000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77824" y="555955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PASS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874520" y="54864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Explorer와 RPC에서 네트워크·자산·수취 주소·금액을 확인했습니다.</a:t>
            </a:r>
            <a:endParaRPr lang="en-US" sz="1070" dirty="0"/>
          </a:p>
        </p:txBody>
      </p:sp>
      <p:sp>
        <p:nvSpPr>
          <p:cNvPr id="31" name="Shape 2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4944" y="557784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9032" y="5029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694944" y="1508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WHY NOW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58368" y="1810512"/>
            <a:ext cx="71780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구매 결과에는 선택 이유, 정책 판단,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영수증이 함께 남아야 합니다.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94944" y="323697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SOLANA AGENTIC COMMERCE / SINGLE TRACK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694944" y="349300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시작점: B. Autonomous On-chain Settlement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94944" y="391363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지금은 데이터 상품 2개를 다룹니다. 같은 결제 계약을 유료 리서치 API, B2B 데이터, 모델·도구 구매에도 적용할 수 있습니다.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28432" y="1417320"/>
            <a:ext cx="3310128" cy="4059936"/>
          </a:xfrm>
          <a:prstGeom prst="rect">
            <a:avLst>
              <a:gd name="adj" fmla="val 1105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39328" y="17465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SUBMISSION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339328" y="2221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339328" y="2542032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github.com/jeonsavvy/REIN</a:t>
            </a:r>
            <a:endParaRPr lang="en-US" sz="720" dirty="0"/>
          </a:p>
        </p:txBody>
      </p:sp>
      <p:sp>
        <p:nvSpPr>
          <p:cNvPr id="13" name="Shape 10"/>
          <p:cNvSpPr/>
          <p:nvPr/>
        </p:nvSpPr>
        <p:spPr>
          <a:xfrm>
            <a:off x="8339328" y="296265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39328" y="3246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app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339328" y="35661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https://rein-vvwpcipqca-du.a.run.app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8339328" y="424281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39328" y="45262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demo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39328" y="4846320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≤ 3 min · captions included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694944" y="519379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66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한도를 정하고, 에이전트는 결제를 끝냅니다.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 / SOLANA AGENTIC COMMERCE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REIN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 - Autonomous data procurement on Solana</dc:title>
  <dc:subject>Google Cloud x Solana AI Agentic Hackathon submission</dc:subject>
  <dc:creator>REIN</dc:creator>
  <cp:lastModifiedBy>REIN</cp:lastModifiedBy>
  <cp:revision>1</cp:revision>
  <dcterms:created xsi:type="dcterms:W3CDTF">2026-07-21T16:12:39Z</dcterms:created>
  <dcterms:modified xsi:type="dcterms:W3CDTF">2026-07-21T16:12:39Z</dcterms:modified>
</cp:coreProperties>
</file>